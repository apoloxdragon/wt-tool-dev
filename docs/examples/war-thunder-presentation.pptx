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300 War Thunder matches show
Data: matches played by Apolox_Dragon in War Thunder. Made by Apolox · https://github.com/ApoloxDragon · tool: https://github.com/ApoloxDragon/WarThunder-Tool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
Data: matches played by Apolox_Dragon in War Thunder. Made by Apolox · https://github.com/ApoloxDragon · tool: https://github.com/ApoloxDragon/WarThunder-Tool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Cumulative victories and defeats
Data: matches played by Apolox_Dragon in War Thunder. Made by Apolox · https://github.com/ApoloxDragon · tool: https://github.com/ApoloxDragon/WarThunder-Tool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Victories and defeats on the 8 most played maps
Data: matches played by Apolox_Dragon in War Thunder. Made by Apolox · https://github.com/ApoloxDragon · tool: https://github.com/ApoloxDragon/WarThunder-Tool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Matches per game mode
Data: matches played by Apolox_Dragon in War Thunder. Made by Apolox · https://github.com/ApoloxDragon · tool: https://github.com/ApoloxDragon/WarThunder-Tool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 most played maps
Data: matches played by Apolox_Dragon in War Thunder. Made by Apolox · https://github.com/ApoloxDragon · tool: https://github.com/ApoloxDragon/WarThunder-Tool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Matches by battle type and result
Data: matches played by Apolox_Dragon in War Thunder. Made by Apolox · https://github.com/ApoloxDragon · tool: https://github.com/ApoloxDragon/WarThunder-Tool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read this
Data: matches played by Apolox_Dragon in War Thunder. Made by Apolox · https://github.com/ApoloxDragon · tool: https://github.com/ApoloxDragon/WarThunder-Tool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
Data: matches played by Apolox_Dragon in War Thunder. Made by Apolox · https://github.com/ApoloxDragon · tool: https://github.com/ApoloxDragon/WarThunder-Tool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poloxDragon" TargetMode="Externa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T">
    <p:bg>
      <p:bgPr>
        <a:solidFill>
          <a:srgbClr val="0D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2634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matches played in War Thunder.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" y="18288"/>
            <a:ext cx="10972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0D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Apolox_Dragon · github.com/ApoloxDragon · WT Session Readout (github.com/ApoloxDragon/WarThunder-Tool)</a:t>
            </a:r>
            <a:endParaRPr lang="en-US" sz="500" dirty="0"/>
          </a:p>
        </p:txBody>
      </p:sp>
      <p:sp>
        <p:nvSpPr>
          <p:cNvPr id="5" name="Text 3"/>
          <p:cNvSpPr/>
          <p:nvPr/>
        </p:nvSpPr>
        <p:spPr>
          <a:xfrm>
            <a:off x="91440" y="3291840"/>
            <a:ext cx="10972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0D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Apolox_Dragon · github.com/ApoloxDragon · WT Session Readout (github.com/ApoloxDragon/WarThunder-Tool)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91440" y="6702552"/>
            <a:ext cx="10972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0D1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Apolox_Dragon · github.com/ApoloxDragon · WT Session Readout (github.com/ApoloxDragon/WarThunder-Tool)</a:t>
            </a:r>
            <a:endParaRPr lang="en-US" sz="500" dirty="0"/>
          </a:p>
        </p:txBody>
      </p:sp>
      <p:sp>
        <p:nvSpPr>
          <p:cNvPr id="7" name="Shape 5">
            <a:hlinkClick r:id="rId1" tooltip="Apolox on GitHub"/>
          </p:cNvPr>
          <p:cNvSpPr/>
          <p:nvPr/>
        </p:nvSpPr>
        <p:spPr>
          <a:xfrm>
            <a:off x="9326880" y="6437376"/>
            <a:ext cx="2834640" cy="365760"/>
          </a:xfrm>
          <a:prstGeom prst="rect">
            <a:avLst/>
          </a:prstGeom>
          <a:solidFill>
            <a:srgbClr val="0D1420">
              <a:alpha val="0"/>
            </a:srgbClr>
          </a:solidFill>
          <a:ln w="12700">
            <a:solidFill>
              <a:srgbClr val="0D1420">
                <a:alpha val="0"/>
              </a:srgbClr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oloxDragon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oloxDragon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oloxDragon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oloxDragon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oloxDragon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6455664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9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822960" y="1828800"/>
            <a:ext cx="64008" cy="301752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4D9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 THUNDER · MATCH ANALYSIS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21488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300 War Thunder matches show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9728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chart types, one dataset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4114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 played by Apolox_Dragon in War Thunder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Analysed with WT Session Readout, in the browser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Counting unit: matches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6455664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9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657600" cy="118872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2161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9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9436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MATCHES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51960" y="1143000"/>
            <a:ext cx="3657600" cy="118872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12161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9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334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38912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PASTED REPORTS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1143000"/>
            <a:ext cx="3657600" cy="118872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12161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9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183880" y="1874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REPEATS REMOVED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3657600" cy="118872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25420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9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238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9436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BATTLES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51960" y="2468880"/>
            <a:ext cx="3657600" cy="118872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0" y="25420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9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438912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TANK ASSAULT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46720" y="2468880"/>
            <a:ext cx="3657600" cy="118872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83880" y="25420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9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169 (56.3%)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8183880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 WON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 is counted in matches, not points, time or Silver Lions.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Charts 1, 3 and 5 use all 300 matches; charts 2 and 4 use Random Battles only (238).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Repeated reports are removed by Session ID; the tool runs entirely in the browser, nothing is uploaded.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6455664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9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47472"/>
            <a:ext cx="1325880" cy="36576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474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0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20240" y="301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 victories and defeats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503920" y="365760"/>
            <a:ext cx="3227832" cy="329184"/>
          </a:xfrm>
          <a:prstGeom prst="roundRect">
            <a:avLst>
              <a:gd name="adj" fmla="val 50000"/>
            </a:avLst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365760"/>
            <a:ext cx="3227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300 matches</a:t>
            </a:r>
            <a:endParaRPr lang="en-US" sz="1000" dirty="0"/>
          </a:p>
        </p:txBody>
      </p:sp>
      <p:pic>
        <p:nvPicPr>
          <p:cNvPr id="9" name="Image 0" descr="Cumulative victories and defeats. All 300 matches (Random Battles + Tank Assault). Data: matches played by Apolox_Dragon in War Thunder. Made with WT Session Readout · https://github.com/ApoloxDragon">
            <a:hlinkClick r:id="rId2" tooltip="Apolox_Dragon on GitHu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11274552" cy="35543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Won 169 of 300 matches (56.3%); lost 131.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25196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5196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6168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Biggest lead: +41 wins over losses, at match 295; the log ends at +38.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5644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Longest streaks: 8 wins in a row, 7 losses in a row.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1081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horizontal axis is the position in the log, not a date: the log has no dates.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6455664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9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47472"/>
            <a:ext cx="1325880" cy="36576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474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0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20240" y="301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Victories and defeats on the 8 most played maps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503920" y="365760"/>
            <a:ext cx="3227832" cy="329184"/>
          </a:xfrm>
          <a:prstGeom prst="roundRect">
            <a:avLst>
              <a:gd name="adj" fmla="val 50000"/>
            </a:avLst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365760"/>
            <a:ext cx="3227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Battles only · 238 matches</a:t>
            </a:r>
            <a:endParaRPr lang="en-US" sz="1000" dirty="0"/>
          </a:p>
        </p:txBody>
      </p:sp>
      <p:pic>
        <p:nvPicPr>
          <p:cNvPr id="9" name="Image 0" descr="Victories and defeats on the 8 most played maps. Random Battles only · 238 matches. Data: matches played by Apolox_Dragon in War Thunder. Made with WT Session Readout · https://github.com/ApoloxDragon">
            <a:hlinkClick r:id="rId2" tooltip="Apolox_Dragon on GitHu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11274552" cy="35543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8 most played maps hold 73 of 238 Random Battles matches (30.7%).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25196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5196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6168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wins: Port Novorossiysk (8). Best win rate: American Desert, 6 of 8 (75.0%).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5644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Lowest win rate: Iberian Castle, 2 of 10 (20.0%).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1081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map has only 7–11 matches, so one result moves the percentage a lot.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6455664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9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47472"/>
            <a:ext cx="1325880" cy="36576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474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0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 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20240" y="301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 per game mode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503920" y="365760"/>
            <a:ext cx="3227832" cy="329184"/>
          </a:xfrm>
          <a:prstGeom prst="roundRect">
            <a:avLst>
              <a:gd name="adj" fmla="val 50000"/>
            </a:avLst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365760"/>
            <a:ext cx="3227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300 matches</a:t>
            </a:r>
            <a:endParaRPr lang="en-US" sz="1000" dirty="0"/>
          </a:p>
        </p:txBody>
      </p:sp>
      <p:pic>
        <p:nvPicPr>
          <p:cNvPr id="9" name="Image 0" descr="Matches per game mode. All 300 matches (Random Battles + Tank Assault). Data: matches played by Apolox_Dragon in War Thunder. Made with WT Session Readout · https://github.com/ApoloxDragon">
            <a:hlinkClick r:id="rId2" tooltip="Apolox_Dragon on GitHu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11274552" cy="35543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Domination is the most frequent mode: 174 matches (58.0%).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25196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5196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6168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modes: Domination 174 · Tank Assault 62 · Conquest 40 · Battle 24.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5644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Together they add up to the 300 matches.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1081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Tank Assault is both a mode in the log and a category in the tool.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6455664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9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47472"/>
            <a:ext cx="1325880" cy="36576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474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0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 4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20240" y="301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10 most played maps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503920" y="365760"/>
            <a:ext cx="3227832" cy="329184"/>
          </a:xfrm>
          <a:prstGeom prst="roundRect">
            <a:avLst>
              <a:gd name="adj" fmla="val 50000"/>
            </a:avLst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365760"/>
            <a:ext cx="3227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Battles only · 238 matches</a:t>
            </a:r>
            <a:endParaRPr lang="en-US" sz="1000" dirty="0"/>
          </a:p>
        </p:txBody>
      </p:sp>
      <p:pic>
        <p:nvPicPr>
          <p:cNvPr id="9" name="Image 0" descr="The 10 most played maps. Random Battles only · 238 matches. Data: matches played by Apolox_Dragon in War Thunder. Made with WT Session Readout · https://github.com/ApoloxDragon">
            <a:hlinkClick r:id="rId2" tooltip="Apolox_Dragon on GitHu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11274552" cy="35543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played map: Port Novorossiysk, 11 matches (4.6%).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25196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5196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6168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top 10 maps hold 87 of 238 matches (36.6%).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5644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different maps appear in Random Battles.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1081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Horizontal bars fit long map names and read as a ranking.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6455664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9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47472"/>
            <a:ext cx="1325880" cy="36576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474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0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 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20240" y="3017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 by battle type and result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503920" y="365760"/>
            <a:ext cx="3227832" cy="329184"/>
          </a:xfrm>
          <a:prstGeom prst="roundRect">
            <a:avLst>
              <a:gd name="adj" fmla="val 50000"/>
            </a:avLst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0" y="365760"/>
            <a:ext cx="3227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300 matches</a:t>
            </a:r>
            <a:endParaRPr lang="en-US" sz="1000" dirty="0"/>
          </a:p>
        </p:txBody>
      </p:sp>
      <p:pic>
        <p:nvPicPr>
          <p:cNvPr id="9" name="Image 0" descr="Matches by battle type and result. All 300 matches (Random Battles + Tank Assault). Data: matches played by Apolox_Dragon in War Thunder. Made with WT Session Readout · https://github.com/ApoloxDragon">
            <a:hlinkClick r:id="rId2" tooltip="Apolox_Dragon on GitHu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11274552" cy="35543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Battles: 238 matches, 118 won (49.6%).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25196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5196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6168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Tank Assault: 62 matches, 51 won (82.3%).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4983480"/>
            <a:ext cx="3657600" cy="1097280"/>
          </a:xfrm>
          <a:prstGeom prst="rect">
            <a:avLst/>
          </a:prstGeom>
          <a:solidFill>
            <a:srgbClr val="131B2B"/>
          </a:solidFill>
          <a:ln w="12700">
            <a:solidFill>
              <a:srgbClr val="2634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0" y="4983480"/>
            <a:ext cx="45720" cy="1097280"/>
          </a:xfrm>
          <a:prstGeom prst="rect">
            <a:avLst/>
          </a:prstGeom>
          <a:solidFill>
            <a:srgbClr val="4D9FE8"/>
          </a:solidFill>
          <a:ln w="12700">
            <a:solidFill>
              <a:srgbClr val="4D9F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56448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Overall: 169 of 300 won (56.3%).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1081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a difference in this sample; the chart does not say why.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6455664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9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read this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player, accumulated over time: a convenience sample, not random and not representative of all players.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"Random Battles" is the tool's category for every match that is not Tank Assault; the log does not say whether a match was ground or air.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percentages rest on a few matches each; treat them as a pattern, not a verdict.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log has no dates, only the order the matches were pasted in.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Differences shown are in this sample; the charts do not show causes.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0" y="6455664"/>
            <a:ext cx="1490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9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11247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unique matches: 56.3% won overall.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Battles: 49.6% won; Tank Assault: 82.3% won (a smaller sample, 62 matches).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DB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chart types, five different questions: trend, profile, comparison, ranking, share.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5120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D9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Apolox_Dragon · https://github.com/ApoloxDragon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300 War Thunder matches show</dc:title>
  <dc:subject>War Thunder match analysis by Apolox_Dragon · https://github.com/ApoloxDragon</dc:subject>
  <dc:creator>Apolox (Apolox_Dragon)</dc:creator>
  <cp:revision>1</cp:revision>
  <dcterms:created xsi:type="dcterms:W3CDTF">2026-10-21T15:36:47Z</dcterms:created>
  <dcterms:modified xsi:type="dcterms:W3CDTF">2026-10-21T15:36:47Z</dcterms:modified>
  <cp:keywords>Apolox_Dragon, ApoloxDragon, https://github.com/ApoloxDragon, https://github.com/ApoloxDragon/WarThunder-Tool, WT Session Readout, War Thunder</cp:keywords>
  <dc:description>Made by Apolox (Apolox_Dragon) · https://github.com/ApoloxDragon · data: matches played by Apolox_Dragon in War Thunder</dc:description>
  <cp:lastModifiedBy>Apolox</cp:lastModifiedBy>
</cp:coreProperties>
</file>